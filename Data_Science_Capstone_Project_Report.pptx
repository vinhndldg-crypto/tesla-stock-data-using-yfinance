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53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Project Report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Falcon 9 First-Stage Landing Prediction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Author: [</a:t>
            </a:r>
            <a:r>
              <a:rPr lang="en-US" sz="14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 Đức Nguyễn]   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 Date: [29/09/2026]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data collection (SpaceX REST API + Wikipedia web scraping), data wrangling, EDA with visualization and SQL, interactive analytics (Folium, Plotly Dash), predictive modeling.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 Logistic Regression, SVM, Decision Tree and KNN, compared on a held-out test set.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results: landing success rises with flight number and booster generation over time; KSC LC-39A has the best launch-site success rate (77%); HEO shows the highest orbit success rate among orbits with multiple launches.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model: Logistic Regression, with 75% test accuracy — reliably predicts first-stage landing outcome from launch site, payload mass and booster version.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|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SpaceX advertises Falcon 9 launches at about $62 million, versus $165 million+ for other providers — the saving comes from reusing the first stage.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can predict whether the first stage will land, we can estimate the true cost of a launch.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given launch features (payload, orbit, launch site, booster version, etc.), predict whether the Falcon 9 first stage lands successfully.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useful for a competitor bidding against SpaceX for a rocket launch contract.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|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— SpaceX 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api.spacexdata.com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/v4/launches/past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96312" y="2450592"/>
            <a:ext cx="26517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21031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(pd.json_normalize)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2450592"/>
            <a:ext cx="26517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21031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rocket,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payload, launchpad,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76872" y="2450592"/>
            <a:ext cx="26517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21031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DataFrame,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Falcon 9 only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phrases: requests.get(), .json(), helper functions getBoosterVersion / getLaunchSite / getPayloadData / getCoreData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|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— Web Scraping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Wikipedia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'List of Falcon 9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Heavy launches'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96312" y="2450592"/>
            <a:ext cx="26517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21031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BeautifulSoup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HTML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2450592"/>
            <a:ext cx="26517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21031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launch tables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(class 'wikitable')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76872" y="2450592"/>
            <a:ext cx="265176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21031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columns 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 -&gt; DataFrame -&gt; CSV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phrases: requests.get(), BeautifulSoup(html.parser), find_all('table'), pd.DataFrame(launch_dict)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|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 Methodology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2450592"/>
            <a:ext cx="237744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07792" y="21031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07792" y="210312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missing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10912" y="2450592"/>
            <a:ext cx="237744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66944" y="21031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66944" y="210312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 PayloadMass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mean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70064" y="2450592"/>
            <a:ext cx="237744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6096" y="21031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26096" y="210312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launches 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/ orbit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729216" y="2450592"/>
            <a:ext cx="237744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2103120"/>
            <a:ext cx="2084832" cy="9144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85248" y="210312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'Class' label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= landed, 0 = failed)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57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such as True ASDS, True RTLS, True Ocean = 1; False ASDS, False RTLS, None None = 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cleaned dataset exported to CSV for EDA and modeling.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|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Data Visualization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plots: Flight Number vs Launch Site, Payload vs Launch Site, Flight Number vs Orbit, Payload vs Orbit — reveal relationships between features and landing outcome.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 success rate by orbit — shows which orbits land most reliably.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chart: yearly launch success trend — shows improvement over 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engineering: one-hot encoding of Orbit, LaunchSite, LandingPad, Serial for modeling.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|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the SpaceX table into SQLite and queried with SQL.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launch sites, and sites beginning with 'CCA'.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and average payload mass (NASA CRS missions, booster F9 v1.1).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successful ground-pad landing date.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Boosters with drone-ship success and payload 4,000–6,000 kg.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outcome counts, max-payload boosters, 2015 failed drone-ship landings, and outcome ranking by date range.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|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 Analytics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map: circle markers for each launch site, green/red markers for success/failure using MarkerCluster, and lines showing distances to coastline, railway, highway and nearest city.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 app: launch-site dropdown, payload range slider, success pie chart, and payload-vs-outcome scatter plot colored by booster version.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Folium: https://github.com/YOUR-USERNAME/YOUR-REPO/blob/main/folium_map.ipynb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Dash: https://github.com/YOUR-USERNAME/YOUR-REPO/blob/main/spacex_dash_app.py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Visualization —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flight_vs_or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pic>
        <p:nvPicPr>
          <p:cNvPr id="5" name="Image 1" descr="payload_vs_or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051560"/>
            <a:ext cx="3657600" cy="2377440"/>
          </a:xfrm>
          <a:prstGeom prst="rect">
            <a:avLst/>
          </a:prstGeom>
        </p:spPr>
      </p:pic>
      <p:pic>
        <p:nvPicPr>
          <p:cNvPr id="6" name="Image 2" descr="orbit_success_r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051560"/>
            <a:ext cx="3749040" cy="2377440"/>
          </a:xfrm>
          <a:prstGeom prst="rect">
            <a:avLst/>
          </a:prstGeom>
        </p:spPr>
      </p:pic>
      <p:pic>
        <p:nvPicPr>
          <p:cNvPr id="7" name="Image 3" descr="yearly_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0" y="3566160"/>
            <a:ext cx="6035040" cy="265176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with SQL —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50292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 launch sites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CCAFS LC-40, CCAFS SLC-40, KSC LC-39A, VAFB SLC-4E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payload (NASA CRS)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45,596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payload (F9 v1.1)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2,534.7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successful ground landing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2015-12-22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Drone-ship success, 4–6 t payload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FT B1022, B1026, B1021.2, B1031.2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outcomes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Success: 98  /  Failure (in flight):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Max-payload boosters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B5 B1048.4, B1049.4, B1051.3, B1056.4 (+8 more)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2015 failed drone-ship landings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 v1.1 B1012, B1015 — both at CCAFS LC-40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 ranking, 2010-06-04 to 2017-03-20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attempt (10) &gt; Drone ship success/failure (5 each) &gt; Ground pad success (3)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 Map —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map_launch_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10881360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interactive Folium map (satellite view, markers, popups, proximity lines) is in the linked notebook.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Folium: https://github.com/YOUR-USERNAME/YOUR-REPO/blob/main/folium_map.ipynb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 —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hart8_pie_success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5120640" cy="4937760"/>
          </a:xfrm>
          <a:prstGeom prst="rect">
            <a:avLst/>
          </a:prstGeom>
        </p:spPr>
      </p:pic>
      <p:pic>
        <p:nvPicPr>
          <p:cNvPr id="5" name="Image 1" descr="chart2_payload_vs_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463040"/>
            <a:ext cx="5669280" cy="4206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Dash: https://github.com/YOUR-USERNAME/YOUR-REPO/blob/main/spacex_dash_app.py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75.0%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Log. Reg.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71800" y="10972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234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66.7%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10972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0" y="1234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18120" y="109728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1234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1400" dirty="0"/>
          </a:p>
        </p:txBody>
      </p:sp>
      <p:pic>
        <p:nvPicPr>
          <p:cNvPr id="16" name="Image 0" descr="chart7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4206240" cy="40233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029200" y="2926080"/>
            <a:ext cx="6583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model: Logistic Regression — highest test accuracy (75.0%) among the four models compared.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error type: false positives — the model sometimes predicts a landing that actually fails.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used: launch site, payload mass, booster version category (one-hot encoded), standardized before training.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0515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success improves with experience: later flights and newer boosters (FT / Block 5) land more reliably — B5 reaches 100% success in this dataset.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site and booster version are the strongest predictors of success; KSC LC-39A stands out with a 77% site success rate.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classifier (Logistic Regression) reaches 75% accuracy; the small test set (12 launches) means results should be validated on more data before high-stakes use.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the learning curve of reusability lets a competitor estimate SpaceX's launch cost and price bids accordingly.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add weather data, use ensemble models (Random Forest, XGBoost), and deploy the Dash app for live monitoring.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https://github.com/YOUR-USERNAME/YOUR-REPO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Microsoft Office PowerPoint</Application>
  <PresentationFormat>Widescreen</PresentationFormat>
  <Paragraphs>142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2026-09-29T02:04:25Z</dcterms:created>
  <dcterms:modified xsi:type="dcterms:W3CDTF">2026-09-29T02:09:25Z</dcterms:modified>
</cp:coreProperties>
</file>